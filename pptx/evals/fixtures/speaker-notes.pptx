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15% revenue growth. Mention Q3 beat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H1 2027 deliverables. Do not discuss acquisition rumours.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questions: timeline, budget, headcount. Keep answers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Slide: Key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Slide: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Slide: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