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Overview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Problem slide.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Solution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Results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Next Steps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