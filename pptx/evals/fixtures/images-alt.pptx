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ample Ima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 with alt text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